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474720"/>
            <a:ext cx="12188952" cy="3383280"/>
          </a:xfrm>
          <a:prstGeom prst="rect">
            <a:avLst/>
          </a:prstGeom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project — 2026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" y="4983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Watchlist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40080" y="6172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film library rebuilt from a Letterboxd export.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Letterboxd is a social platform.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needed to be a personal one.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5166360"/>
            <a:ext cx="36576" cy="64008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212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know what I like. I don't always know what I want to watch."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BRIEF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things Letterboxd doesn't do.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365760" cy="914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was never "how do we display films?" It was "what is the right relationship with this collection?"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SETUP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data was a starting point,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the product.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Letterboxd export is a flat CSV — title, URI, date added, rating. Every entry was enriched via TMDB: backdrop, poster, synopsis, director, cast, streaming.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also carries a personal layer — notes and tags that feed back into search. That transforms a spreadsheet into a library.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365760"/>
            <a:ext cx="5212080" cy="6126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DESIGN DIRECTION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library, not a watchlist.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TYPOGRAPHY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3200400" cy="914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87168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Xanh Mono for display — monospaced, editorial, precise. Not consumer. Work Sans 300 for body — light and unobtrusive.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80560" y="2103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PALETTE &amp; LAYOUT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80560" y="2395728"/>
            <a:ext cx="3200400" cy="914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487168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Near-black, neutrals. Films as objects, not content. Full-bleed backdrops at low opacity — atmosphere before information.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321040" y="2103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 OF VOICE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321040" y="2395728"/>
            <a:ext cx="3200400" cy="914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487168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"Tonight's suggestion" not "Featured." "A moment." not "Loading…" The copy is curatorial throughout.</a:t>
            </a:r>
            <a:endParaRPr lang="en-US" sz="11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3840480"/>
            <a:ext cx="10908792" cy="2743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THE LIBRARY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genre, decade, runtime, streaming. "Tonight's suggestion" — a random pick from films with backdrops, resets on refresh. Serendipity as a feature, not an afterthought.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indicator: a single pixel-thin line at the top of the poster card. Minimal — enough.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365760"/>
            <a:ext cx="5760720" cy="6400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FILM PAGE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Atmosphere before information.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Full-bleed backdrop at low opacity. Personal notes field — free text, for your own references and observations. Custom tags: mood labels, visual references, anything.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annotations feed back into search. The more you write, the sharper the library gets.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365760"/>
            <a:ext cx="5760720" cy="6400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ITERATION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search box was wrong.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version: a search box. Problem: search is transactional — it assumes you know what you want.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insight: most of the time you know how you feel, not what you want. So the interface needed to meet you there.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365760" cy="914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490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make it conversational. Two steps — mood, then sharpener. The follow-up questions pattern-match emotional vocabulary and ask one precise question back.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365760"/>
            <a:ext cx="5212080" cy="6126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PROCESS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AI. Pure vocabulary.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keyword scoring, runs in under 5ms. A hand-built table maps emotional language to genres. "Melancholy" → Drama. "Noir" → Crime, Thriller, Mystery.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an LLM? Latency felt wrong for something immediate and private. Being explicit about the vocabulary is also more honest — you can see exactly what the system knows about your taste.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3749040"/>
            <a:ext cx="5394960" cy="29260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3749040"/>
            <a:ext cx="5394960" cy="2926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PROCESS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Editorial voice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written as code.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questions rotate. The follow-ups don't offer a menu — they ask one more precise question. The copy was written before the code.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6576" cy="5943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27355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"Something to sit inside, or to understand from a distance?"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4050792"/>
            <a:ext cx="36576" cy="5943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7822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"Slow cinema proper, or just something that doesn't push?"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855464"/>
            <a:ext cx="36576" cy="59436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88289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"Style as the whole point, or in service of something else?"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365760"/>
            <a:ext cx="5212080" cy="6126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ITERATION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 made.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651760" y="2103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VERSION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0" y="21031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CHANGED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10972800" cy="9144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framing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251460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film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0" y="251460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"Tonight's suggestion" — editorial framing changes the relationship with the content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82112"/>
            <a:ext cx="10972800" cy="91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324612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0" y="324612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— search assumes prior knowledge you often don't have at 11pm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10972800" cy="91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776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Mood → genre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397764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filter only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0" y="397764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MOOD_GENRES vocabulary bridges how you think to how data is tagged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45152"/>
            <a:ext cx="10972800" cy="91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0916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engine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470916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Claude API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0" y="470916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+ cost felt wrong; hand-built vocabulary is more immediate and honest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376672"/>
            <a:ext cx="10972800" cy="91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4406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Watched marker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54406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/ icon overlay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0" y="544068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1px top border — present enough to register, absent enough not to dominate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6108192"/>
            <a:ext cx="10972800" cy="9144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LEARNINGS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taught.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DESIGN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21031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PRODUCT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242316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— NEXT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goes.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pPr indent="0" marL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0" y="6492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2026-09-24T20:09:11Z</dcterms:created>
  <dcterms:modified xsi:type="dcterms:W3CDTF">2026-09-24T20:09:11Z</dcterms:modified>
</cp:coreProperties>
</file>